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B4B2-6992-994F-4701-BC65037D5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A32AE-7A4C-744E-8D97-7A00195ED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EE525-ACC6-1EF6-A6CB-6FFBE5E6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7008-0D41-26D1-167C-8C522D50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6748-2C25-7BD2-F049-3CBB8947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7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A71F-8895-02FC-AC12-215FC45D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2384B-E106-E968-0B2C-63FD53D57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16A03-D89F-499F-7543-9726C59D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999AB-040B-4DE1-C192-9EEB5E360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F7463-CA1D-14E8-46F2-6C219DBC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5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7099-2550-DABC-6605-095A6CFD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B090B-37C5-2F91-8B40-DE1838066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FF7A0-15C8-C86B-18C3-6906429CC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EF0E4-DEE1-F613-EE98-BAABB486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AB8CC-66C2-52F5-FAAE-931E6A2E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2DAB-1207-27F1-86AB-73FBBBF1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DBEB2-2E54-0CBB-EA16-C81C25F43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F47EA-E0AD-CDFF-B25C-27A7BF125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2F8ED-C4BF-EBC7-CEF8-37AE475BE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AA9EF-7D03-59EA-3232-8EE5F247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31A65-CEB5-2FEF-97E6-1D187434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97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CC6-9AFC-703E-95DD-7580C06B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C1C6A-A79C-9497-827E-55E1E40B8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1F89A-4983-A9B0-F417-B6FD8AD96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20269-ACF9-744E-C154-0FAAF7AF4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BD101-ADDF-EAA9-A4ED-58FE3EC7E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AC872D-7BD4-5E8A-6DC3-98339C36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19DCE-C6AB-C524-F788-BE8DE328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7BF85-232E-F337-7613-DBABADEB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6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E0318-B156-F7DF-F813-A13A7710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AF622-65AC-8DE6-89F4-CDF89ABC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90092-8802-E62D-B9CE-C151BB37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EC5FF-60F0-BEE1-9777-31FA0AB8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7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AE6B7-3992-B1EC-DAB8-1D8907A9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F20315-073E-6D44-BD7A-2CBBD354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145A7-28C4-0098-A6ED-21AA4AEB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36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9C7E-3E0D-791E-8736-044FCF109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CD127-93E2-7B8B-7310-45A4F9F8C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579C8-5F85-AB96-FE62-D805FA397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039AB-E980-55B0-0CE8-F146A2A8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12C28-A4D5-31FA-F7AF-BB9E5773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D260F-C227-851B-7EA6-1E1ADB83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8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3D7F-7CC6-3EFE-7879-99979F23C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A35A0A-7B72-BA34-92BA-DB7FE0FAE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36BD2-B507-0111-770F-F595DBE71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EF940-C964-7715-5272-497F77A1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2FBE-586D-D0A9-913B-D83B88CC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4FFAF-F35D-BB48-27FC-5E24CF5B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9067-821F-B612-322F-4F8BC53B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D722A-BAE1-1BA9-446D-8024776FA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69D1-375A-FD2E-DFC9-18987644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80871-414B-FF2D-0583-90101D40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DB123-4FFF-8396-B54A-5A1773A8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E97F5-2BE6-70FB-7557-4613E7C51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B0BD1-8B9C-F385-E82A-E6E5A16AE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952F0-8C61-4E18-A154-73439A78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E57CB-3041-D78A-ABC2-0A8205BB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DA441-A40B-E05D-28A8-A97691B5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5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AADA3-57F8-51A1-B26E-CBABF81A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ABA53-F9F0-437E-EBA4-F0EF04246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B963F-D3EC-D29C-CE69-BE1032540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5D06B-87C2-46B5-A032-69D0B564A2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87EF4-F71C-95A2-9C43-F44277289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02875-C870-D76A-EF60-B5C4FD4A4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BE14F-F4CA-4976-BBA2-32CC6B99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4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476B20-7C5B-4F43-DE81-C8532353A9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52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F9585-7FF6-9C82-464D-944FC4F05F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39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4FEA9D-A06F-3C92-9261-CCB228EF23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90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359BB-997B-DAD5-99DD-300FAB353C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86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49B7F-261A-4856-D843-EDE8F29795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60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E5593-B505-5835-9838-B912175068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29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29BAC-4518-201F-35A4-97466A9F442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78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Drake Shadwell</dc:creator>
  <cp:lastModifiedBy>Drake Shadwell</cp:lastModifiedBy>
  <cp:revision>1</cp:revision>
  <dcterms:created xsi:type="dcterms:W3CDTF">2026-06-10T21:42:51Z</dcterms:created>
  <dcterms:modified xsi:type="dcterms:W3CDTF">2026-06-10T21:42:51Z</dcterms:modified>
</cp:coreProperties>
</file>